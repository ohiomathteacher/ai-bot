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How might AI assist both TCE faculty and students in this 4 year transformational process?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The 'work' is the same 'to create critically conscious curriculum makers'... yet how might we leverage AI to accomplish this goal?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AI Integration Across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Example 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TCE 191 (Beginning)</a:t>
            </a:r>
          </a:p>
          <a:p>
            <a:pPr lvl="1">
              <a:defRPr sz="1100"/>
            </a:pPr>
            <a:r>
              <a:t>Analyze AI bias &amp; limitations in educational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Methods (Middle)</a:t>
            </a:r>
          </a:p>
          <a:p>
            <a:pPr lvl="1">
              <a:defRPr sz="1100"/>
            </a:pPr>
            <a:r>
              <a:t>Use AI to analyze language demands in math tasks &amp; compare AI-generated vs. human-designed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Capstone/Internship (Advanced)</a:t>
            </a:r>
          </a:p>
          <a:p>
            <a:pPr lvl="1">
              <a:defRPr sz="1100"/>
            </a:pPr>
            <a:r>
              <a:t>Assessment Case Study: Use AI or human feedback to analyze student learning &amp; design responsive instruction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Competency Progression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46320" y="1463040"/>
          <a:ext cx="3840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Course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TCE 191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Ethical &amp; critical examination of AI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Introduce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Methods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Structured AI use in analysis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Guided Application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Capstone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AI embedded in authentic decision-making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Integrated Practice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Revised Program Outcomes: AYA Integrated Mathematics (Grades 7-12)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78638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REVISED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Apply knowledge of mathematics content to critique the reasoning of others.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Apply knowledge of mathematics content to critique the reasoning of others.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Use the language of mathematics to express mathematical ideas to multiple audiences.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Use the language of mathematics to express mathematical ideas to multiple audiences.</a:t>
                      </a:r>
                    </a:p>
                  </a:txBody>
                  <a:tcPr/>
                </a:tc>
              </a:tr>
              <a:tr h="757645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Make instructional decisions using formative assessments.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Make instructional decisions using formative assessments and appropriate technologies.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Analyze and apply existing research in planning instruction.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Analyze and apply existing research and technologies in planning instruction.</a:t>
                      </a:r>
                    </a:p>
                  </a:txBody>
                  <a:tcPr>
                    <a:solidFill>
                      <a:srgbClr val="FFFACD"/>
                    </a:solidFill>
                  </a:tcPr>
                </a:tc>
              </a:tr>
              <a:tr h="757645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Utilize resources from professional mathematics education organizations to inform practice.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Utilize resources from professional mathematics education organizations to inform practice.</a:t>
                      </a:r>
                    </a:p>
                  </a:txBody>
                  <a:tcPr/>
                </a:tc>
              </a:tr>
              <a:tr h="757650"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Utilize professional development resources to inform lesson planning.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100"/>
                      </a:pPr>
                      <a:r>
                        <a:t>Utilize professional development resources to inform lesson planning.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